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939a6a6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939a6a6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39a6a6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939a6a6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39a6a6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39a6a6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00006077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100006077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100006077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10000607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